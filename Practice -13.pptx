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Hospital Name] How the Human Eye Translates Light into Vision From a photon to a perceived image Name: Konduri Sumanasri Roll No: 261FB04017 Course: M.Tech Subject: AI Tool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1. Light is focused onto the retina Cornea Bends most of the incoming light. Pupil and iris Control how much light enters. Lens Fine-tunes focus on the retin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2. The retina holds two kinds of photoreceptors Rods About 120 million. Sensitive to dim light, no color. Cones About 6 million. Bright light, color, fine detail, packed in the fove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3. Phototransduction turns light into an electrical signal A photon strikes a pigment such as rhodopsin The retinal molecule changes shape and starts a chemical cascade The cell's electrical state shifts and neurotransmitter release drop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4. The retina processes the signal before sending it on Bipolar cells Pass input forward from photoreceptors. Horizontal and amacrine cells Refine contrast sideways. Ganglion cells Their axons form the optic nerv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5. The brain builds the image The optic nerve carries signals out of each eye At the chiasm, fibers from each eye's inner half cross The thalamus relays signals to the visual cortex The occipital lobe interprets shape, color, and motio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Focus, convert, process, interpret The eye focuses light, photoreceptors convert it to electrical signals, the retina refines them, and the brain turns them into visio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Thank you Questions are welcom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the Human Eye Translates Light into Vision</dc:title>
  <dc:subject/>
  <dc:creator/>
  <cp:lastModifiedBy/>
  <cp:revision>1</cp:revision>
  <dcterms:created xsi:type="dcterms:W3CDTF">2026-10-07T17:44:13Z</dcterms:created>
  <dcterms:modified xsi:type="dcterms:W3CDTF">2026-10-07T17:44:13Z</dcterms:modified>
</cp:coreProperties>
</file>